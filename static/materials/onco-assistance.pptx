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13D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ГК «ЧЕЛОВЕК»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Ассистанс при онкологических заболеваниях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8FC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«Здоровье без страха»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9326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Дополнительная опция к выездному медосмотру — от диагноза до восстановления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1481328"/>
            <a:ext cx="3637178" cy="9144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" y="1572768"/>
            <a:ext cx="33079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 млн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956816"/>
            <a:ext cx="33079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состоят на учёте с онкологическим диагнозом в России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77258" y="1481328"/>
            <a:ext cx="3637178" cy="9144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41850" y="1572768"/>
            <a:ext cx="33079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700 000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441850" y="1956816"/>
            <a:ext cx="33079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новых онкологических диагнозов регистрируется ежегодно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7317" y="1481328"/>
            <a:ext cx="3637178" cy="9144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61909" y="1572768"/>
            <a:ext cx="33079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из 10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261909" y="1956816"/>
            <a:ext cx="33079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случаев рака в России выявляются на поздней стадии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52374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Раннее выявление и быстрый доступ к профильным врачам кратно повышают шансы на выздоровление — на этом строится наша программа.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127248"/>
            <a:ext cx="5501488" cy="3063240"/>
          </a:xfrm>
          <a:prstGeom prst="roundRect">
            <a:avLst>
              <a:gd name="adj" fmla="val 2388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328416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работает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31520" y="3840480"/>
            <a:ext cx="384048" cy="384048"/>
          </a:xfrm>
          <a:prstGeom prst="ellipse">
            <a:avLst/>
          </a:prstGeom>
          <a:solidFill>
            <a:srgbClr val="2A5FA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43584" y="3803904"/>
            <a:ext cx="444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менеджер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243584" y="4059936"/>
            <a:ext cx="444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точка входа: сотрудник обращается по любому вопросу, связанному со здоровьем.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1520" y="4590288"/>
            <a:ext cx="384048" cy="384048"/>
          </a:xfrm>
          <a:prstGeom prst="ellipse">
            <a:avLst/>
          </a:prstGeom>
          <a:solidFill>
            <a:srgbClr val="2A5FA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243584" y="4553712"/>
            <a:ext cx="444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Врач-куратор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1243584" y="4809744"/>
            <a:ext cx="444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Подключаем врача, который ведёт сотрудника от первого обращения и подтверждения диагноза.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1520" y="5340096"/>
            <a:ext cx="384048" cy="384048"/>
          </a:xfrm>
          <a:prstGeom prst="ellipse">
            <a:avLst/>
          </a:prstGeom>
          <a:solidFill>
            <a:srgbClr val="2A5FA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315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243584" y="5303520"/>
            <a:ext cx="444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 на всех этапах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1243584" y="5559552"/>
            <a:ext cx="444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Диагностика, лечение и реабилитация — под контролем куратора, до полного восстановления.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33008" y="3127248"/>
            <a:ext cx="5501488" cy="3063240"/>
          </a:xfrm>
          <a:prstGeom prst="roundRect">
            <a:avLst>
              <a:gd name="adj" fmla="val 2388"/>
            </a:avLst>
          </a:prstGeom>
          <a:solidFill>
            <a:srgbClr val="E7F6EF"/>
          </a:solidFill>
          <a:ln w="12700">
            <a:solidFill>
              <a:srgbClr val="BFE6D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07328" y="3328416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входит в программу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507328" y="3822192"/>
            <a:ext cx="219456" cy="219456"/>
          </a:xfrm>
          <a:prstGeom prst="ellipse">
            <a:avLst/>
          </a:prstGeom>
          <a:solidFill>
            <a:srgbClr val="1F9D6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507328" y="3822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836512" y="3776472"/>
            <a:ext cx="462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 диагноза и рекомендации по дообследованию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507328" y="4206240"/>
            <a:ext cx="219456" cy="219456"/>
          </a:xfrm>
          <a:prstGeom prst="ellipse">
            <a:avLst/>
          </a:prstGeom>
          <a:solidFill>
            <a:srgbClr val="1F9D6F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507328" y="4206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836512" y="4160520"/>
            <a:ext cx="462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Консилиум врачей для определения плана лечения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507328" y="4590288"/>
            <a:ext cx="219456" cy="219456"/>
          </a:xfrm>
          <a:prstGeom prst="ellipse">
            <a:avLst/>
          </a:prstGeom>
          <a:solidFill>
            <a:srgbClr val="1F9D6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507328" y="45902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836512" y="4544568"/>
            <a:ext cx="462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 по программам ОМС и квоте на ВМП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507328" y="4974336"/>
            <a:ext cx="219456" cy="219456"/>
          </a:xfrm>
          <a:prstGeom prst="ellipse">
            <a:avLst/>
          </a:prstGeom>
          <a:solidFill>
            <a:srgbClr val="1F9D6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507328" y="4974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6836512" y="4928616"/>
            <a:ext cx="462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Куратор на связи 24/7, психологическая поддержка семьи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507328" y="5358384"/>
            <a:ext cx="219456" cy="219456"/>
          </a:xfrm>
          <a:prstGeom prst="ellipse">
            <a:avLst/>
          </a:prstGeom>
          <a:solidFill>
            <a:srgbClr val="1F9D6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507328" y="53583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836512" y="5312664"/>
            <a:ext cx="462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 на этапе реабилитации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507328" y="5742432"/>
            <a:ext cx="219456" cy="219456"/>
          </a:xfrm>
          <a:prstGeom prst="ellipse">
            <a:avLst/>
          </a:prstGeom>
          <a:solidFill>
            <a:srgbClr val="1F9D6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507328" y="5742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836512" y="5696712"/>
            <a:ext cx="462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Продление без ограничений по возрасту, даже после диагноза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57200" y="63550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Абонемент на 1 год на сотрудника · включается в пакет выездного медосмотра ГК «Человек»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2026-09-10T21:02:15Z</dcterms:created>
  <dcterms:modified xsi:type="dcterms:W3CDTF">2026-09-10T21:02:15Z</dcterms:modified>
</cp:coreProperties>
</file>